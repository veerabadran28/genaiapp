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svg" ContentType="image/svg+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<Relationships xmlns="http://schemas.openxmlformats.org/package/2006/relationships">  <Relationship Id="rId1" Type="http://schemas.openxmlformats.org/officeDocument/2006/relationships/extended-properties" Target="docProps/app.xml"/>  <Relationship Id="rId2" Type="http://schemas.openxmlformats.org/package/2006/relationships/metadata/core-properties" Target="docProps/core.xml"/>  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sldIdLst>
    <p:sldId id="256" r:id="rId2"/>
  </p:sldIdLst>
  <p:notesMasterIdLst>
    <p:notesMasterId r:id="rId7"/>
  </p:notesMasterIdLst>
  <p:sldSz cx="12192000" cy="6858000" type="custom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 snapToObjects="1">
      <p:cViewPr varScale="1">
        <p:scale>
          <a:sx n="119" d="100"/>
          <a:sy n="119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<Relationships xmlns="http://schemas.openxmlformats.org/package/2006/relationships">  <Relationship Id="rId1" Target="slideMasters/slideMaster1.xml" Type="http://schemas.openxmlformats.org/officeDocument/2006/relationships/slideMaster"/>  <Relationship Id="rId2" Target="slides/slide1.xml" Type="http://schemas.openxmlformats.org/officeDocument/2006/relationships/slide"/>  <Relationship Id="rId3" Type="http://schemas.openxmlformats.org/officeDocument/2006/relationships/presProps" Target="presProps.xml"/>  <Relationship Id="rId4" Type="http://schemas.openxmlformats.org/officeDocument/2006/relationships/viewProps" Target="viewProps.xml"/>  <Relationship Id="rId5" Type="http://schemas.openxmlformats.org/officeDocument/2006/relationships/theme" Target="theme/theme1.xml"/>  <Relationship Id="rId6" Type="http://schemas.openxmlformats.org/officeDocument/2006/relationships/tableStyles" Target="tableStyles.xml"/>  <Relationship Id="rId7" Type="http://schemas.openxmlformats.org/officeDocument/2006/relationships/notesMaster" Target="notesMasters/notesMaster1.xml"/></Relationships>
</file>

<file path=ppt/notesMasters/_rels/notesMaster1.xml.rels><?xml version="1.0" encoding="UTF-8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 smtClean="0"/>
              <a:t>6/20/18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/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/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arget="../media/image1.png" Type="http://schemas.openxmlformats.org/officeDocument/2006/relationships/image"/><Relationship Id="rId2" Target="../media/image2.sv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media/image13.png" Type="http://schemas.openxmlformats.org/officeDocument/2006/relationships/image"/><Relationship Id="rId14" Target="../media/image14.svg" Type="http://schemas.openxmlformats.org/officeDocument/2006/relationships/image"/><Relationship Id="rId15" Target="../media/image15.png" Type="http://schemas.openxmlformats.org/officeDocument/2006/relationships/image"/><Relationship Id="rId16" Target="../media/image16.svg" Type="http://schemas.openxmlformats.org/officeDocument/2006/relationships/image"/><Relationship Id="rId17" Target="../slideLayouts/slideLayout1.xml" Type="http://schemas.openxmlformats.org/officeDocument/2006/relationships/slideLayout"/><Relationship Id="rId18" Target="../notesSlides/notesSlide1.xml" Type="http://schemas.openxmlformats.org/officeDocument/2006/relationships/notesSlid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379119"/>
            <a:ext cx="12188952" cy="556032"/>
          </a:xfrm>
          <a:prstGeom prst="rect">
            <a:avLst/>
          </a:prstGeom>
          <a:noFill/>
        </p:spPr>
        <p:txBody>
          <a:bodyPr wrap="square" rtlCol="0" anchor="t" bIns="0" lIns="0" rIns="0" tIns="0"/>
          <a:lstStyle/>
          <a:p>
            <a:pPr algn="ctr">
              <a:lnSpc>
                <a:spcPts val="4380"/>
              </a:lnSpc>
              <a:buNone/>
            </a:pPr>
            <a:r>
              <a:rPr lang="en-US" b="1" sz="3750" spc="-225" kern="0" dirty="0" smtClean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Trade Revenue Transformation</a:t>
            </a:r>
            <a:endParaRPr lang="en-US" dirty="0"/>
          </a:p>
        </p:txBody>
      </p:sp>
      <p:pic>
        <p:nvPicPr>
          <p:cNvPr id="3" name="Object 2" descr="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2080692"/>
            <a:ext cx="12188952" cy="3913796"/>
          </a:xfrm>
          <a:prstGeom prst="rect">
            <a:avLst/>
          </a:prstGeom>
        </p:spPr>
      </p:pic>
      <p:sp>
        <p:nvSpPr>
          <p:cNvPr id="4" name="Object 3"/>
          <p:cNvSpPr/>
          <p:nvPr/>
        </p:nvSpPr>
        <p:spPr>
          <a:xfrm>
            <a:off x="371382" y="5358854"/>
            <a:ext cx="1256986" cy="177954"/>
          </a:xfrm>
          <a:prstGeom prst="rect">
            <a:avLst/>
          </a:prstGeom>
          <a:noFill/>
        </p:spPr>
        <p:txBody>
          <a:bodyPr wrap="square" rtlCol="0" anchor="ctr" bIns="0" lIns="0" rIns="0" tIns="0"/>
          <a:lstStyle/>
          <a:p>
            <a:pPr algn="ctr">
              <a:lnSpc>
                <a:spcPts val="1402"/>
              </a:lnSpc>
              <a:buNone/>
            </a:pPr>
            <a:r>
              <a:rPr lang="en-US" b="1" sz="1200" spc="-72" kern="0" dirty="0" smtClean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JOURNEY</a:t>
            </a:r>
            <a:endParaRPr lang="en-US" dirty="0"/>
          </a:p>
        </p:txBody>
      </p:sp>
      <p:sp>
        <p:nvSpPr>
          <p:cNvPr id="5" name="Object 4"/>
          <p:cNvSpPr/>
          <p:nvPr/>
        </p:nvSpPr>
        <p:spPr>
          <a:xfrm>
            <a:off x="10617720" y="2573488"/>
            <a:ext cx="1256986" cy="177954"/>
          </a:xfrm>
          <a:prstGeom prst="rect">
            <a:avLst/>
          </a:prstGeom>
          <a:noFill/>
        </p:spPr>
        <p:txBody>
          <a:bodyPr wrap="square" rtlCol="0" anchor="t" bIns="0" lIns="0" rIns="0" tIns="0"/>
          <a:lstStyle/>
          <a:p>
            <a:pPr algn="l">
              <a:lnSpc>
                <a:spcPts val="1402"/>
              </a:lnSpc>
              <a:buNone/>
            </a:pPr>
            <a:r>
              <a:rPr lang="en-US" b="1" sz="1200" spc="-72" kern="0" dirty="0" smtClean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dirty="0"/>
          </a:p>
        </p:txBody>
      </p:sp>
      <p:pic>
        <p:nvPicPr>
          <p:cNvPr id="6" name="Object 5" descr="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36790" y="2233054"/>
            <a:ext cx="380905" cy="495176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3180555" y="4898643"/>
            <a:ext cx="1675981" cy="222442"/>
          </a:xfrm>
          <a:prstGeom prst="rect">
            <a:avLst/>
          </a:prstGeom>
          <a:noFill/>
        </p:spPr>
        <p:txBody>
          <a:bodyPr wrap="square" rtlCol="0" anchor="t" bIns="0" lIns="0" rIns="0" tIns="0"/>
          <a:lstStyle/>
          <a:p>
            <a:pPr algn="l">
              <a:lnSpc>
                <a:spcPts val="1752"/>
              </a:lnSpc>
              <a:buNone/>
            </a:pPr>
            <a:r>
              <a:rPr lang="en-US" b="1" sz="1500" spc="-90" kern="0" dirty="0" smtClean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Sources</a:t>
            </a:r>
            <a:endParaRPr lang="en-US" dirty="0"/>
          </a:p>
        </p:txBody>
      </p:sp>
      <p:sp>
        <p:nvSpPr>
          <p:cNvPr id="8" name="Object 7"/>
          <p:cNvSpPr/>
          <p:nvPr/>
        </p:nvSpPr>
        <p:spPr>
          <a:xfrm>
            <a:off x="3180555" y="5219139"/>
            <a:ext cx="1675981" cy="422566"/>
          </a:xfrm>
          <a:prstGeom prst="rect">
            <a:avLst/>
          </a:prstGeom>
          <a:noFill/>
        </p:spPr>
        <p:txBody>
          <a:bodyPr wrap="square" rtlCol="0" anchor="t" bIns="0" lIns="0" rIns="0" tIns="0"/>
          <a:lstStyle/>
          <a:p>
            <a:pPr algn="l">
              <a:lnSpc>
                <a:spcPts val="1664"/>
              </a:lnSpc>
              <a:spcBef>
                <a:spcPts val="757"/>
              </a:spcBef>
              <a:buNone/>
            </a:pPr>
            <a:r>
              <a:rPr lang="en-US" sz="1200" spc="-24" kern="0" dirty="0" smtClean="0">
                <a:solidFill>
                  <a:srgbClr val="000000">
                    <a:alpha val="56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data from multiple sources</a:t>
            </a:r>
            <a:endParaRPr lang="en-US" dirty="0"/>
          </a:p>
        </p:txBody>
      </p:sp>
      <p:pic>
        <p:nvPicPr>
          <p:cNvPr id="9" name="Object 8" descr="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66333" y="4670845"/>
            <a:ext cx="285679" cy="399950"/>
          </a:xfrm>
          <a:prstGeom prst="rect">
            <a:avLst/>
          </a:prstGeom>
        </p:spPr>
      </p:pic>
      <p:sp>
        <p:nvSpPr>
          <p:cNvPr id="10" name="Object 9"/>
          <p:cNvSpPr/>
          <p:nvPr/>
        </p:nvSpPr>
        <p:spPr>
          <a:xfrm>
            <a:off x="3732867" y="3203617"/>
            <a:ext cx="1675981" cy="222442"/>
          </a:xfrm>
          <a:prstGeom prst="rect">
            <a:avLst/>
          </a:prstGeom>
          <a:noFill/>
        </p:spPr>
        <p:txBody>
          <a:bodyPr wrap="square" rtlCol="0" anchor="t" bIns="0" lIns="0" rIns="0" tIns="0"/>
          <a:lstStyle/>
          <a:p>
            <a:pPr algn="l">
              <a:lnSpc>
                <a:spcPts val="1752"/>
              </a:lnSpc>
              <a:buNone/>
            </a:pPr>
            <a:r>
              <a:rPr lang="en-US" b="1" sz="1500" spc="-90" kern="0" dirty="0" smtClean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Transformation</a:t>
            </a:r>
            <a:endParaRPr lang="en-US" dirty="0"/>
          </a:p>
        </p:txBody>
      </p:sp>
      <p:sp>
        <p:nvSpPr>
          <p:cNvPr id="11" name="Object 10"/>
          <p:cNvSpPr/>
          <p:nvPr/>
        </p:nvSpPr>
        <p:spPr>
          <a:xfrm>
            <a:off x="3732867" y="3524113"/>
            <a:ext cx="1675981" cy="422566"/>
          </a:xfrm>
          <a:prstGeom prst="rect">
            <a:avLst/>
          </a:prstGeom>
          <a:noFill/>
        </p:spPr>
        <p:txBody>
          <a:bodyPr wrap="square" rtlCol="0" anchor="t" bIns="0" lIns="0" rIns="0" tIns="0"/>
          <a:lstStyle/>
          <a:p>
            <a:pPr algn="l">
              <a:lnSpc>
                <a:spcPts val="1664"/>
              </a:lnSpc>
              <a:spcBef>
                <a:spcPts val="757"/>
              </a:spcBef>
              <a:buNone/>
            </a:pPr>
            <a:r>
              <a:rPr lang="en-US" sz="1200" spc="-24" kern="0" dirty="0" smtClean="0">
                <a:solidFill>
                  <a:srgbClr val="000000">
                    <a:alpha val="56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Alteryx workflow with 1100 tools</a:t>
            </a:r>
            <a:endParaRPr lang="en-US" dirty="0"/>
          </a:p>
        </p:txBody>
      </p:sp>
      <p:pic>
        <p:nvPicPr>
          <p:cNvPr id="12" name="Object 11" descr="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47188" y="2718708"/>
            <a:ext cx="285679" cy="399950"/>
          </a:xfrm>
          <a:prstGeom prst="rect">
            <a:avLst/>
          </a:prstGeom>
        </p:spPr>
      </p:pic>
      <p:sp>
        <p:nvSpPr>
          <p:cNvPr id="13" name="Object 12"/>
          <p:cNvSpPr/>
          <p:nvPr/>
        </p:nvSpPr>
        <p:spPr>
          <a:xfrm>
            <a:off x="6075431" y="2203742"/>
            <a:ext cx="1675981" cy="222442"/>
          </a:xfrm>
          <a:prstGeom prst="rect">
            <a:avLst/>
          </a:prstGeom>
          <a:noFill/>
        </p:spPr>
        <p:txBody>
          <a:bodyPr wrap="square" rtlCol="0" anchor="t" bIns="0" lIns="0" rIns="0" tIns="0"/>
          <a:lstStyle/>
          <a:p>
            <a:pPr algn="l">
              <a:lnSpc>
                <a:spcPts val="1752"/>
              </a:lnSpc>
              <a:buNone/>
            </a:pPr>
            <a:r>
              <a:rPr lang="en-US" b="1" sz="1500" spc="-90" kern="0" dirty="0" smtClean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Calculation Engine</a:t>
            </a:r>
            <a:endParaRPr lang="en-US" dirty="0"/>
          </a:p>
        </p:txBody>
      </p:sp>
      <p:sp>
        <p:nvSpPr>
          <p:cNvPr id="14" name="Object 13"/>
          <p:cNvSpPr/>
          <p:nvPr/>
        </p:nvSpPr>
        <p:spPr>
          <a:xfrm>
            <a:off x="6075431" y="2524238"/>
            <a:ext cx="1675981" cy="633849"/>
          </a:xfrm>
          <a:prstGeom prst="rect">
            <a:avLst/>
          </a:prstGeom>
          <a:noFill/>
        </p:spPr>
        <p:txBody>
          <a:bodyPr wrap="square" rtlCol="0" anchor="t" bIns="0" lIns="0" rIns="0" tIns="0"/>
          <a:lstStyle/>
          <a:p>
            <a:pPr algn="l">
              <a:lnSpc>
                <a:spcPts val="1664"/>
              </a:lnSpc>
              <a:spcBef>
                <a:spcPts val="757"/>
              </a:spcBef>
              <a:buNone/>
            </a:pPr>
            <a:r>
              <a:rPr lang="en-US" sz="1200" spc="-24" kern="0" dirty="0" smtClean="0">
                <a:solidFill>
                  <a:srgbClr val="000000">
                    <a:alpha val="56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GitLab DUO (simple) and Translate-B (complex) leveraged</a:t>
            </a:r>
            <a:endParaRPr lang="en-US" dirty="0"/>
          </a:p>
        </p:txBody>
      </p:sp>
      <p:pic>
        <p:nvPicPr>
          <p:cNvPr id="15" name="Object 14" descr="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99300" y="2718708"/>
            <a:ext cx="285679" cy="399950"/>
          </a:xfrm>
          <a:prstGeom prst="rect">
            <a:avLst/>
          </a:prstGeom>
        </p:spPr>
      </p:pic>
      <p:sp>
        <p:nvSpPr>
          <p:cNvPr id="16" name="Object 15"/>
          <p:cNvSpPr/>
          <p:nvPr/>
        </p:nvSpPr>
        <p:spPr>
          <a:xfrm>
            <a:off x="6732491" y="3993995"/>
            <a:ext cx="1675981" cy="222442"/>
          </a:xfrm>
          <a:prstGeom prst="rect">
            <a:avLst/>
          </a:prstGeom>
          <a:noFill/>
        </p:spPr>
        <p:txBody>
          <a:bodyPr wrap="square" rtlCol="0" anchor="t" bIns="0" lIns="0" rIns="0" tIns="0"/>
          <a:lstStyle/>
          <a:p>
            <a:pPr algn="l">
              <a:lnSpc>
                <a:spcPts val="1752"/>
              </a:lnSpc>
              <a:buNone/>
            </a:pPr>
            <a:r>
              <a:rPr lang="en-US" b="1" sz="1500" spc="-90" kern="0" dirty="0" smtClean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Reporting</a:t>
            </a:r>
            <a:endParaRPr lang="en-US" dirty="0"/>
          </a:p>
        </p:txBody>
      </p:sp>
      <p:sp>
        <p:nvSpPr>
          <p:cNvPr id="17" name="Object 16"/>
          <p:cNvSpPr/>
          <p:nvPr/>
        </p:nvSpPr>
        <p:spPr>
          <a:xfrm>
            <a:off x="6732491" y="4314490"/>
            <a:ext cx="1675981" cy="422566"/>
          </a:xfrm>
          <a:prstGeom prst="rect">
            <a:avLst/>
          </a:prstGeom>
          <a:noFill/>
        </p:spPr>
        <p:txBody>
          <a:bodyPr wrap="square" rtlCol="0" anchor="t" bIns="0" lIns="0" rIns="0" tIns="0"/>
          <a:lstStyle/>
          <a:p>
            <a:pPr algn="l">
              <a:lnSpc>
                <a:spcPts val="1664"/>
              </a:lnSpc>
              <a:spcBef>
                <a:spcPts val="757"/>
              </a:spcBef>
              <a:buNone/>
            </a:pPr>
            <a:r>
              <a:rPr lang="en-US" sz="1200" spc="-24" kern="0" dirty="0" smtClean="0">
                <a:solidFill>
                  <a:srgbClr val="000000">
                    <a:alpha val="56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 and data reporting layers</a:t>
            </a:r>
            <a:endParaRPr lang="en-US" dirty="0"/>
          </a:p>
        </p:txBody>
      </p:sp>
      <p:pic>
        <p:nvPicPr>
          <p:cNvPr id="18" name="Object 17" descr="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03974" y="4604186"/>
            <a:ext cx="285679" cy="409473"/>
          </a:xfrm>
          <a:prstGeom prst="rect">
            <a:avLst/>
          </a:prstGeom>
        </p:spPr>
      </p:pic>
      <p:sp>
        <p:nvSpPr>
          <p:cNvPr id="19" name="Object 18"/>
          <p:cNvSpPr/>
          <p:nvPr/>
        </p:nvSpPr>
        <p:spPr>
          <a:xfrm>
            <a:off x="8998875" y="4898643"/>
            <a:ext cx="1675981" cy="222442"/>
          </a:xfrm>
          <a:prstGeom prst="rect">
            <a:avLst/>
          </a:prstGeom>
          <a:noFill/>
        </p:spPr>
        <p:txBody>
          <a:bodyPr wrap="square" rtlCol="0" anchor="t" bIns="0" lIns="0" rIns="0" tIns="0"/>
          <a:lstStyle/>
          <a:p>
            <a:pPr algn="l">
              <a:lnSpc>
                <a:spcPts val="1752"/>
              </a:lnSpc>
              <a:buNone/>
            </a:pPr>
            <a:r>
              <a:rPr lang="en-US" b="1" sz="1500" spc="-90" kern="0" dirty="0" smtClean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to GenAI</a:t>
            </a:r>
            <a:endParaRPr lang="en-US" dirty="0"/>
          </a:p>
        </p:txBody>
      </p:sp>
      <p:sp>
        <p:nvSpPr>
          <p:cNvPr id="20" name="Object 19"/>
          <p:cNvSpPr/>
          <p:nvPr/>
        </p:nvSpPr>
        <p:spPr>
          <a:xfrm>
            <a:off x="8998875" y="5219139"/>
            <a:ext cx="1675981" cy="633849"/>
          </a:xfrm>
          <a:prstGeom prst="rect">
            <a:avLst/>
          </a:prstGeom>
          <a:noFill/>
        </p:spPr>
        <p:txBody>
          <a:bodyPr wrap="square" rtlCol="0" anchor="t" bIns="0" lIns="0" rIns="0" tIns="0"/>
          <a:lstStyle/>
          <a:p>
            <a:pPr algn="l">
              <a:lnSpc>
                <a:spcPts val="1664"/>
              </a:lnSpc>
              <a:spcBef>
                <a:spcPts val="757"/>
              </a:spcBef>
              <a:buNone/>
            </a:pPr>
            <a:r>
              <a:rPr lang="en-US" sz="1200" spc="-24" kern="0" dirty="0" smtClean="0">
                <a:solidFill>
                  <a:srgbClr val="000000">
                    <a:alpha val="56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Transition from traditional to accelerated methods</a:t>
            </a:r>
            <a:endParaRPr lang="en-US" dirty="0"/>
          </a:p>
        </p:txBody>
      </p:sp>
      <p:pic>
        <p:nvPicPr>
          <p:cNvPr id="21" name="Object 20" descr="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56086" y="4604186"/>
            <a:ext cx="285679" cy="409473"/>
          </a:xfrm>
          <a:prstGeom prst="rect">
            <a:avLst/>
          </a:prstGeom>
        </p:spPr>
      </p:pic>
      <p:sp>
        <p:nvSpPr>
          <p:cNvPr id="22" name="Object 21"/>
          <p:cNvSpPr/>
          <p:nvPr/>
        </p:nvSpPr>
        <p:spPr>
          <a:xfrm>
            <a:off x="9408347" y="3260753"/>
            <a:ext cx="1675981" cy="222442"/>
          </a:xfrm>
          <a:prstGeom prst="rect">
            <a:avLst/>
          </a:prstGeom>
          <a:noFill/>
        </p:spPr>
        <p:txBody>
          <a:bodyPr wrap="square" rtlCol="0" anchor="t" bIns="0" lIns="0" rIns="0" tIns="0"/>
          <a:lstStyle/>
          <a:p>
            <a:pPr algn="l">
              <a:lnSpc>
                <a:spcPts val="1752"/>
              </a:lnSpc>
              <a:buNone/>
            </a:pPr>
            <a:r>
              <a:rPr lang="en-US" b="1" sz="1500" spc="-90" kern="0" dirty="0" smtClean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Benefits</a:t>
            </a:r>
            <a:endParaRPr lang="en-US" dirty="0"/>
          </a:p>
        </p:txBody>
      </p:sp>
      <p:sp>
        <p:nvSpPr>
          <p:cNvPr id="23" name="Object 22"/>
          <p:cNvSpPr/>
          <p:nvPr/>
        </p:nvSpPr>
        <p:spPr>
          <a:xfrm>
            <a:off x="9408347" y="3581249"/>
            <a:ext cx="1675981" cy="633849"/>
          </a:xfrm>
          <a:prstGeom prst="rect">
            <a:avLst/>
          </a:prstGeom>
          <a:noFill/>
        </p:spPr>
        <p:txBody>
          <a:bodyPr wrap="square" rtlCol="0" anchor="t" bIns="0" lIns="0" rIns="0" tIns="0"/>
          <a:lstStyle/>
          <a:p>
            <a:pPr algn="l">
              <a:lnSpc>
                <a:spcPts val="1664"/>
              </a:lnSpc>
              <a:spcBef>
                <a:spcPts val="757"/>
              </a:spcBef>
              <a:buNone/>
            </a:pPr>
            <a:r>
              <a:rPr lang="en-US" sz="1200" spc="-24" kern="0" dirty="0" smtClean="0">
                <a:solidFill>
                  <a:srgbClr val="000000">
                    <a:alpha val="56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delivery, adaptability, and improved workflows</a:t>
            </a:r>
            <a:endParaRPr lang="en-US" dirty="0"/>
          </a:p>
        </p:txBody>
      </p:sp>
      <p:pic>
        <p:nvPicPr>
          <p:cNvPr id="24" name="Object 23" descr="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17895" y="2652049"/>
            <a:ext cx="285679" cy="409473"/>
          </a:xfrm>
          <a:prstGeom prst="rect">
            <a:avLst/>
          </a:prstGeom>
        </p:spPr>
      </p:pic>
      <p:sp>
        <p:nvSpPr>
          <p:cNvPr id="25" name="Object 24"/>
          <p:cNvSpPr/>
          <p:nvPr/>
        </p:nvSpPr>
        <p:spPr>
          <a:xfrm>
            <a:off x="11855660" y="6497848"/>
            <a:ext cx="142839" cy="237619"/>
          </a:xfrm>
          <a:prstGeom prst="rect">
            <a:avLst/>
          </a:prstGeom>
          <a:noFill/>
        </p:spPr>
      </p:sp>
      <p:sp>
        <p:nvSpPr>
          <p:cNvPr id="25" name="Slide Number Placeholder 24"/>
          <p:cNvSpPr>
            <a:spLocks noGrp="1"/>
          </p:cNvSpPr>
          <p:nvPr>
            <p:ph type="sldNum" sz="quarter" idx="4294967295"/>
          </p:nvPr>
        </p:nvSpPr>
        <p:spPr>
          <a:xfrm>
            <a:off x="11826240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/>
            </a:lvl1pPr>
          </a:lstStyle>
          <a:p>
            <a:fld id="{F7021451-1387-4CA6-816F-3879F97B5CBC}" type="slidenum">
              <a:rPr lang="en-US" smtClean="0"/>
              <a:t/>
            </a:fld>
            <a:endParaRPr lang="en-US"/>
          </a:p>
        </p:txBody>
      </p:sp>
    </p:spTree>
    <p:custDataLst/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/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</PresentationFormat>
  <Paragraphs>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Company>Beautiful.ai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GenAI Journey for Digitized MI</dc:title>
  <dc:subject>GenAI Journey for Digitized MI</dc:subject>
  <dc:creator>ajirng@gmail.com</dc:creator>
  <cp:lastModifiedBy>ajirng@gmail.com</cp:lastModifiedBy>
  <cp:revision>1</cp:revision>
  <dcterms:created xsi:type="dcterms:W3CDTF">2025-11-10T08:00:12.805Z</dcterms:created>
  <dcterms:modified xsi:type="dcterms:W3CDTF">2025-11-10T08:00:12.805Z</dcterms:modified>
</cp:coreProperties>
</file>